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15E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Arial"/>
              </a:rPr>
              <a:t>AEGIS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9AE6C5"/>
                </a:solidFill>
                <a:latin typeface="Arial"/>
              </a:rPr>
              <a:t>Behavioral Twin Prompt Injection Firewall</a:t>
            </a:r>
          </a:p>
          <a:p>
            <a:r>
              <a:rPr sz="1600" b="0">
                <a:solidFill>
                  <a:srgbClr val="C5D2CC"/>
                </a:solidFill>
                <a:latin typeface="Arial"/>
              </a:rPr>
              <a:t>Agentic Cybersecurity  ·  Solo build  ·  Python</a:t>
            </a:r>
          </a:p>
          <a:p>
            <a:r>
              <a:rPr sz="1500" b="0">
                <a:solidFill>
                  <a:srgbClr val="E6F5F2"/>
                </a:solidFill>
                <a:latin typeface="Arial"/>
              </a:rPr>
              <a:t>Team: Abhishek — Product · Architecture · Full-stack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23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Live demo  ·  aegis-prompt-injection-firewall.vercel.app</a:t>
            </a:r>
          </a:p>
          <a:p>
            <a:r>
              <a:rPr sz="1400" b="0">
                <a:solidFill>
                  <a:srgbClr val="E6F5F2"/>
                </a:solidFill>
                <a:latin typeface="Arial"/>
              </a:rPr>
              <a:t>GitHub  ·  github.com/krabhi75/aegis-prompt-injection-firewall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5661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73152" cy="2194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39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Agents touch untrusted content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32004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PDF, email, HTML, OCR, and APIs now feed tool-using agents. Attackers hide instructions inside those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5661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280160"/>
            <a:ext cx="73152" cy="21945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63039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Indirect prompt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19"/>
            <a:ext cx="32004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A single poisoned attachment can trigger get_secret, send_email, or shell tools — without the user noticing.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8016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80160"/>
            <a:ext cx="73152" cy="219456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630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Classifiers are not enough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74519"/>
            <a:ext cx="301752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Keyword / LLM jailbreak detectors ask: “Does this look bad?” Attackers evade that every 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40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>Enterprises are shipping copilots and agents into production workflows.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>Without a runtime control plane, every document becomes an attack surface.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Proposed solution — runtime twin, not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0B1F1A"/>
                </a:solidFill>
                <a:latin typeface="Arial"/>
              </a:rPr>
              <a:t>Prompt injection is a runtime security problem: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5B6F68"/>
                </a:solidFill>
                <a:latin typeface="Arial"/>
              </a:rPr>
              <a:t>    Does untrusted content change what tools the agent would call?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1A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1A"/>
                </a:solidFill>
                <a:latin typeface="Arial"/>
              </a:rPr>
              <a:t>Aegis Guard runs a behavioral twin: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5B6F68"/>
                </a:solidFill>
                <a:latin typeface="Arial"/>
              </a:rPr>
              <a:t>    • Trusted plan  — instructions with untrusted content stripped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5B6F68"/>
                </a:solidFill>
                <a:latin typeface="Arial"/>
              </a:rPr>
              <a:t>    • Raw plan      — instructions as attackers hope the agent will see them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5B6F68"/>
                </a:solidFill>
                <a:latin typeface="Arial"/>
              </a:rPr>
              <a:t>    • If plans diverge on high-risk tools → BLOCK or QUARANTINE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1A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0B1F1A"/>
                </a:solidFill>
                <a:latin typeface="Arial"/>
              </a:rPr>
              <a:t>Everyone else ships a classifier. We ship a twin.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Aegis Guard control plane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36118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01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246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Normalize PDF, HTML, email, OCR,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234440"/>
            <a:ext cx="36118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23444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41732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02 Decode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828800"/>
            <a:ext cx="3246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Unwrap base64 / hex / rot13 / homoglyphs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234440"/>
            <a:ext cx="36118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23444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141732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03 Provenance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828800"/>
            <a:ext cx="3246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Tag trusted vs untrusted spans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36118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04 Static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977640"/>
            <a:ext cx="3246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Detect 9 attack families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3383280"/>
            <a:ext cx="36118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338328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356616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05 Twin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977640"/>
            <a:ext cx="3246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Dual tool-plan comparison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383280"/>
            <a:ext cx="361188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3383280"/>
            <a:ext cx="73152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356616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06 Risk +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977640"/>
            <a:ext cx="324612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ALLOW · QUARANTINE · BLOCK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>Input → Ingest → Decode → Provenance → Static → Behavioral Twin → Risk → Gate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F68"/>
                </a:solidFill>
                <a:latin typeface="Arial"/>
              </a:rPr>
              <a:t>                                                              ↓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F68"/>
                </a:solidFill>
                <a:latin typeface="Arial"/>
              </a:rPr>
              <a:t>                                        Protected Agent (caps)  |  Analyst Quarantine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>Supporting controls: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F68"/>
                </a:solidFill>
                <a:latin typeface="Arial"/>
              </a:rPr>
              <a:t>  • Capability tokens fail-closed on secrets, shell, external email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F68"/>
                </a:solidFill>
                <a:latin typeface="Arial"/>
              </a:rPr>
              <a:t>  • SQLite audit trail + incident JSON export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F68"/>
                </a:solidFill>
                <a:latin typeface="Arial"/>
              </a:rPr>
              <a:t>  • Session risk memory for multi-step jailbreaks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5B6F68"/>
                </a:solidFill>
                <a:latin typeface="Arial"/>
              </a:rPr>
              <a:t>  • Optional OpenAI-compatible LLM planner enrichment (offline twin by default)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B1F1A"/>
                </a:solidFill>
                <a:latin typeface="Arial"/>
              </a:rPr>
              <a:t>Repo: github.com/krabhi75/aegis-prompt-injection-firewall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AI models &amp; technologies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486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73152" cy="4389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Agentic AI in the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512064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• Dual planner (trusted vs raw tool trajectories)
• Deterministic offline planner by default — reproducible demos
• Optional OpenAI-compatible / Ollama LLM planner enrichment
• Protected agent executes only on ALLOW with capability tokens
• Session memory for multi-step jailbreak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23444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234440"/>
            <a:ext cx="73152" cy="43891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1732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Engineering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75487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• Python 3.11 · FastAPI · Pydantic v2
• Streamlit analyst console (local)
• Vercel Executive Console (production)
• pypdf · BeautifulSoup · Pillow (+ optional Tesseract OCR)
• SQLite audit · pytest · 55-sample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Product demo — proof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108813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9903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1A"/>
                </a:solidFill>
                <a:latin typeface="Arial"/>
              </a:rPr>
              <a:t>Benign product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39903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47857"/>
                </a:solidFill>
                <a:latin typeface="Arial"/>
              </a:rPr>
              <a:t>ALLOW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399032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Trusted summarize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108813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6771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1A"/>
                </a:solidFill>
                <a:latin typeface="Arial"/>
              </a:rPr>
              <a:t>Indirect injection in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26771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B91C1C"/>
                </a:solidFill>
                <a:latin typeface="Arial"/>
              </a:rPr>
              <a:t>BLOCK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67712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Twin drift: get_secret + send_email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108813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3639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1A"/>
                </a:solidFill>
                <a:latin typeface="Arial"/>
              </a:rPr>
              <a:t>Encoded HTML jailbreak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13639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B91C1C"/>
                </a:solidFill>
                <a:latin typeface="Arial"/>
              </a:rPr>
              <a:t>BLOCK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136392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Decode layer + override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8813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0507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1A"/>
                </a:solidFill>
                <a:latin typeface="Arial"/>
              </a:rPr>
              <a:t>Multi-step roleplay →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00507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B91C1C"/>
                </a:solidFill>
                <a:latin typeface="Arial"/>
              </a:rPr>
              <a:t>QUARANTINE / BLOCK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005072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Session risk escalation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09160"/>
            <a:ext cx="108813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73752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B1F1A"/>
                </a:solidFill>
                <a:latin typeface="Arial"/>
              </a:rPr>
              <a:t>Human analyst queue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4873752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F766E"/>
                </a:solidFill>
                <a:latin typeface="Arial"/>
              </a:rPr>
              <a:t>HITL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873752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Approve / deny with audit note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Business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35661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Risk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200400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Block secret theft and tool abuse before execution — agents stay useful on benign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5661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23444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Audit &amp;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3200400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Incident JSON, decision trails, OWASP LLM Top 10 &amp; NIST AI RMF mapped controls for security teams.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832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173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Human oversight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28800"/>
            <a:ext cx="3017520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Quarantine band keeps analysts in the loop for ambiguous cases — fail-closed on high risk.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Scalability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0B1F1A"/>
                </a:solidFill>
                <a:latin typeface="Arial"/>
              </a:rPr>
              <a:t>Designed as a side-car control plane in front of any tool-using agent: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B6F68"/>
                </a:solidFill>
                <a:latin typeface="Arial"/>
              </a:rPr>
              <a:t>  • Stateless scan API — horizontal scale behind a load balancer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B6F68"/>
                </a:solidFill>
                <a:latin typeface="Arial"/>
              </a:rPr>
              <a:t>  • Offline twin by default — predictable latency without LLM round-trips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B6F68"/>
                </a:solidFill>
                <a:latin typeface="Arial"/>
              </a:rPr>
              <a:t>  • Optional LLM planner only where enrichment adds value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B6F68"/>
                </a:solidFill>
                <a:latin typeface="Arial"/>
              </a:rPr>
              <a:t>  • SQLite today → Postgres / object storage for multi-tenant audit at scale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B6F68"/>
                </a:solidFill>
                <a:latin typeface="Arial"/>
              </a:rPr>
              <a:t>  • Capability tokens enforce least privilege per tenant / agent role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B6F68"/>
                </a:solidFill>
                <a:latin typeface="Arial"/>
              </a:rPr>
              <a:t>  • Corpus + pytest gate regressions as detectors grow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1A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0B1F1A"/>
                </a:solidFill>
                <a:latin typeface="Arial"/>
              </a:rPr>
              <a:t>Same pattern works for email triage, ticket agents, and document copilots.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B1F1A"/>
                </a:solidFill>
                <a:latin typeface="Arial"/>
              </a:rPr>
              <a:t>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35661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Near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3200400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Deeper OCR / Word paths · richer policy packs · SIEM / webhook exporters · stronger multi-tenant audit.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56616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23444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Mid term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3200400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Native SDK embeds · streaming scan for long docs · adaptive thresholds per agent role · red-team corpus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83280" cy="4206240"/>
          </a:xfrm>
          <a:prstGeom prst="roundRect">
            <a:avLst/>
          </a:prstGeom>
          <a:solidFill>
            <a:srgbClr val="FFFFFF"/>
          </a:solidFill>
          <a:ln>
            <a:solidFill>
              <a:srgbClr val="D9E2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73152" cy="42062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173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15E59"/>
                </a:solidFill>
                <a:latin typeface="Arial"/>
              </a:rPr>
              <a:t>North star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1828800"/>
            <a:ext cx="3017520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F68"/>
                </a:solidFill>
                <a:latin typeface="Arial"/>
              </a:rPr>
              <a:t>Default runtime firewall for enterprise agents — twin + provenance + caps as industry pattern.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B6F68"/>
                </a:solidFill>
                <a:latin typeface="Arial"/>
              </a:rPr>
              <a:t>Aegis Guard  ·  ET AI Hackathon Problem 2  ·  Claim F3 / D2  · 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B6F6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C5D2CC"/>
                </a:solidFill>
                <a:latin typeface="Arial"/>
              </a:rPr>
              <a:t>Everyone else ships a classifier.</a:t>
            </a:r>
          </a:p>
          <a:p>
            <a:r>
              <a:rPr sz="4000" b="1">
                <a:solidFill>
                  <a:srgbClr val="FFFFFF"/>
                </a:solidFill>
                <a:latin typeface="Arial"/>
              </a:rPr>
              <a:t>We ship a twin.</a:t>
            </a:r>
          </a:p>
          <a:p>
            <a:r>
              <a:rPr sz="1400" b="0">
                <a:solidFill>
                  <a:srgbClr val="FFFFFF"/>
                </a:solidFill>
                <a:latin typeface="Arial"/>
              </a:rPr>
              <a:t/>
            </a:r>
          </a:p>
          <a:p>
            <a:r>
              <a:rPr sz="1800" b="0">
                <a:solidFill>
                  <a:srgbClr val="E6F5F2"/>
                </a:solidFill>
                <a:latin typeface="Arial"/>
              </a:rPr>
              <a:t>If the document tries to make your agent steal secrets,</a:t>
            </a:r>
          </a:p>
          <a:p>
            <a:r>
              <a:rPr sz="1800" b="0">
                <a:solidFill>
                  <a:srgbClr val="E6F5F2"/>
                </a:solidFill>
                <a:latin typeface="Arial"/>
              </a:rPr>
              <a:t>the plans diverge — and Aegis blocks before a single tool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9AE6C5"/>
                </a:solidFill>
                <a:latin typeface="Arial"/>
              </a:rPr>
              <a:t>Live  ·  aegis-prompt-injection-firewall.vercel.app     ·   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